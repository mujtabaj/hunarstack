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" y="987552"/>
            <a:ext cx="96012" cy="493776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" y="987552"/>
            <a:ext cx="96012" cy="493776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/>
        </p:spPr>
      </p:sp>
      <p:sp>
        <p:nvSpPr>
          <p:cNvPr id="4" name="Shape 2"/>
          <p:cNvSpPr/>
          <p:nvPr/>
        </p:nvSpPr>
        <p:spPr>
          <a:xfrm>
            <a:off x="928116" y="1104138"/>
            <a:ext cx="246888" cy="75438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5" name="Shape 3"/>
          <p:cNvSpPr/>
          <p:nvPr/>
        </p:nvSpPr>
        <p:spPr>
          <a:xfrm>
            <a:off x="928116" y="1196721"/>
            <a:ext cx="246888" cy="75438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" y="1289304"/>
            <a:ext cx="246888" cy="75438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868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hunar</a:t>
            </a:r>
            <a:pPr indent="0" marL="0">
              <a:buNone/>
            </a:pPr>
            <a:r>
              <a:rPr lang="en-US" sz="36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software, built on local skill.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software house and tech academy. We build for clients worldwide and train the next generation of developers.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comes first, the stack comes second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Hunarstack is a software house and a tech academy under one roof.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web, mobile and AI products for clients worldwide, and we teach developers and freelancers the same standards we use on client work.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best students join real projects, and our clients get well-trained developers.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94960" y="15544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0" y="1737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هنر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623560" y="3017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Hunar means skill and craftsmanship in Urdu. A stack is what you build with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for clients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solutions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Chatbots, document processing and automation that fit the tools you already use.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06040" y="155448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889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37744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secure websites, dashboards and SaaS products on modern frameworks.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37744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and Android apps from one codebase, designed for real users.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155448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developers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37744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Vetted developers who join your team for a month or a year.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Hunarstack Academy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EEF3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7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weeks, beginner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 and React. Finish with 4 portfolio projects.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EEF3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889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and AI Foundations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7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weeks, beginner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974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data, and building AI features with modern APIs.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EEF3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7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weeks, intermediate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databases, security and deployment for complete products.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155448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EEF3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Freelancing Launchpad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7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weeks, all levels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974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proposals, pricing and client communication.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103120" y="14630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21992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Discover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221992" y="193852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call on goals and budget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49040" y="14630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67912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193852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scope and a fixed quote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0" y="14630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13832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Build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193852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Two-week sprints with demos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9752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Launch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93852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and 30 days of fixes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103120" y="310896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21992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Learn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221992" y="358444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classes with mentor feedback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49040" y="310896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67912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Build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867912" y="358444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project every week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94960" y="310896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513832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Show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13832" y="358444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on GitHub and a live site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40880" y="310896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59752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Earn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59752" y="358444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freelance profile and first client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Hunarstack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team, both sides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learn on client standards, and clients meet trained developers.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projects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build things that get shipped, not only exercises.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terms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scope, fixed milestones and weekly updates.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30632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Senior-led teams that reply within one working day.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 together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project? Send us a short brief.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learn? Join the next batch.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hello@hunarstack.com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hunarstack.com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[+92 000 0000000]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81544" y="3913632"/>
            <a:ext cx="96012" cy="493776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/>
        </p:spPr>
      </p:sp>
      <p:sp>
        <p:nvSpPr>
          <p:cNvPr id="6" name="Shape 4"/>
          <p:cNvSpPr/>
          <p:nvPr/>
        </p:nvSpPr>
        <p:spPr>
          <a:xfrm>
            <a:off x="8124444" y="3913632"/>
            <a:ext cx="96012" cy="493776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/>
        </p:spPr>
      </p:sp>
      <p:sp>
        <p:nvSpPr>
          <p:cNvPr id="7" name="Shape 5"/>
          <p:cNvSpPr/>
          <p:nvPr/>
        </p:nvSpPr>
        <p:spPr>
          <a:xfrm>
            <a:off x="7877556" y="4030218"/>
            <a:ext cx="246888" cy="75438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8" name="Shape 6"/>
          <p:cNvSpPr/>
          <p:nvPr/>
        </p:nvSpPr>
        <p:spPr>
          <a:xfrm>
            <a:off x="7877556" y="4122801"/>
            <a:ext cx="246888" cy="75438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9" name="Shape 7"/>
          <p:cNvSpPr/>
          <p:nvPr/>
        </p:nvSpPr>
        <p:spPr>
          <a:xfrm>
            <a:off x="7877556" y="4215384"/>
            <a:ext cx="246888" cy="75438"/>
          </a:xfrm>
          <a:prstGeom prst="rect">
            <a:avLst/>
          </a:prstGeom>
          <a:solidFill>
            <a:srgbClr val="5B8FD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Hunarstack</dc:title>
  <dc:subject>PptxGenJS Presentation</dc:subject>
  <dc:creator>PptxGenJS</dc:creator>
  <cp:lastModifiedBy>PptxGenJS</cp:lastModifiedBy>
  <cp:revision>1</cp:revision>
  <dcterms:created xsi:type="dcterms:W3CDTF">2026-09-21T06:11:15Z</dcterms:created>
  <dcterms:modified xsi:type="dcterms:W3CDTF">2026-09-21T06:11:15Z</dcterms:modified>
</cp:coreProperties>
</file>